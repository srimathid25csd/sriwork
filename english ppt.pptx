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3" r:id="rId9"/>
    <p:sldId id="266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06C2-10D5-4B37-186E-81378EF13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A8638-BC0F-8ACE-9AD2-DA44D4F42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E8B65-C817-C496-3797-A5F05A8A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5F0EB-348A-D4BE-7D8F-4C1DBA47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BA39E-DE48-501A-0602-117464C9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27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D798-D38B-059C-1569-265DD1C6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CE03E-D3EB-A40A-7B3A-E786388ED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A260-C91E-F014-16CC-55EBBD27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FDB25-9526-B74A-5CB4-49B98FCC6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F27AA-B920-5688-E525-0BA5B2A6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7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4946-8BB1-4DDF-53C0-B428E803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9C40-F668-4630-42CA-E10628C87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77DE2-D759-66A6-68DB-4472304E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9BD50-0BBA-1B40-88DD-EA4A3223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17C2-9226-475D-FE37-C7CED082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83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EF7C-36CF-DCCA-011A-860DCC39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A7E87-C6AA-B6FD-D5DC-DE5230FAE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7435B-F541-15C2-ECF5-9A1AD1BCF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92546-9E9E-1894-AD5B-C7123F2D2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786F0-80E7-A2D0-797B-359B1AAE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00BBB-C1D2-9639-1661-0FE045E0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186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245C-0888-16C6-8ACC-4921F2C8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5387B-8E4C-484E-D2D2-A8D41078E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BA50F-4F14-0A08-E238-4D464E3A4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87188-8A7E-668A-D1BE-65C10F336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96694-FA24-E43A-BBA6-EAA2F3448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CFB30-E7BA-1B28-5BD1-E7B33D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898E5-E929-A469-94C1-C4130FB9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4AC62-0586-63DD-0B77-40824AFD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24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F1C7E-68EC-7285-16FD-6B1CAA64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51EED-411A-EABA-0467-D50725F6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E4F01-1DB4-36BE-CA72-C4F17719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FEA49-B1CB-5C4C-D2B4-58BFDA30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67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C26BD-DE66-62EE-00A5-6E971180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053E0-4EF4-AEE5-A2F1-563DC489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B9178-F784-3C72-281D-96E57502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0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1613-418F-59D2-7F6D-5A7D898B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0C807-6A58-1A35-108B-64E9A0E48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E25AF-173C-B1DA-EBEA-5CD50AB10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60B9C-0385-BF7C-93FB-FCE952616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A51FA-6171-3AED-2329-779E5AA5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985A3-5CF8-015A-9647-48829E6D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00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1F02-C3AF-959B-0936-5FCA904B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5FB16E-F946-CFDF-B907-9A1D22F71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07C70-7AB2-6920-45C7-240F25A1D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4116C-B96E-C768-1326-2B4A9E0E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BC0FC-6B8B-6AF3-7DF3-B34BC944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24B74-3D62-CEFD-12B7-FF726DE3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4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89B22-FF51-F147-7B73-153F0FFA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9B6BB-6121-888D-4EFC-A19550F1B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946B0-BAF1-0D3A-3359-DA282938E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D2999-3F85-71F4-883D-D69912E7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406CF-6887-C853-C920-3DA9DF2A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05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78FED-3D03-5069-085B-0EC1D6109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35DAC-9520-5481-81EA-F2EBD2A96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775C1-4C68-1A3A-2A0B-39F60500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911A-8286-057E-598F-4899B248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CEE28-A8DA-067D-49E0-02A35E6F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64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63D3D-8FC7-B5B1-AF77-5563F7F3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CCAB9-C3FE-2552-FD5A-37159269E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78005-9BD1-80AC-7718-CDB66E919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7943-5ECC-41AD-9F64-5F274F844BC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C8A36-9FD4-4BB6-0C41-ECFB0976D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3EDB7-89AD-B050-8DFA-EE6751C8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C7F18-A5BE-43E6-BE69-A8FED9772E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34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ack-background-texture-template-37011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black-and-gray-laptop-computer-nature-stars-galaxy-star-space-wallpaper-ptdax/download/1366x768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black-and-gray-laptop-computer-nature-stars-galaxy-star-space-wallpaper-ptdax/download/1366x768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sc-online.com/assetrepository/viewasset?id=1510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ulturacientifica.com/2017/07/16/una-buena-muerte/muerte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579E31-4367-DFD9-B832-024D193D5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36748F-373C-BFE6-A814-A59C7B293D9E}"/>
              </a:ext>
            </a:extLst>
          </p:cNvPr>
          <p:cNvSpPr txBox="1"/>
          <p:nvPr/>
        </p:nvSpPr>
        <p:spPr>
          <a:xfrm>
            <a:off x="2896246" y="2912882"/>
            <a:ext cx="6399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anose="02060602050505020204" pitchFamily="18" charset="0"/>
              </a:rPr>
              <a:t>Parallel Universe</a:t>
            </a:r>
          </a:p>
        </p:txBody>
      </p:sp>
    </p:spTree>
    <p:extLst>
      <p:ext uri="{BB962C8B-B14F-4D97-AF65-F5344CB8AC3E}">
        <p14:creationId xmlns:p14="http://schemas.microsoft.com/office/powerpoint/2010/main" val="4047790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6630C-588F-9087-743F-A03DDA4E9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D8E1B-3FEC-7D85-B69F-18D1782EE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822" y="1395167"/>
            <a:ext cx="4100658" cy="3799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E40E3-3C4F-74E9-3040-330EE587DD68}"/>
              </a:ext>
            </a:extLst>
          </p:cNvPr>
          <p:cNvSpPr txBox="1"/>
          <p:nvPr/>
        </p:nvSpPr>
        <p:spPr>
          <a:xfrm>
            <a:off x="688157" y="763571"/>
            <a:ext cx="2568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Parallel universe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74361-69D0-0904-4B2D-793EA578B94B}"/>
              </a:ext>
            </a:extLst>
          </p:cNvPr>
          <p:cNvSpPr txBox="1"/>
          <p:nvPr/>
        </p:nvSpPr>
        <p:spPr>
          <a:xfrm>
            <a:off x="810705" y="1583703"/>
            <a:ext cx="632506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 parallel universe is a  separate world or dimension where: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1.The laws of physics might differ,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2.History might have taken another path,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3.And there might even be another YOU living a different life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It is like reality has many branches and we live in just one of them</a:t>
            </a:r>
          </a:p>
        </p:txBody>
      </p:sp>
    </p:spTree>
    <p:extLst>
      <p:ext uri="{BB962C8B-B14F-4D97-AF65-F5344CB8AC3E}">
        <p14:creationId xmlns:p14="http://schemas.microsoft.com/office/powerpoint/2010/main" val="2159259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D893B-58A2-3209-4ED9-A12943541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12192000" cy="6956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9D5826-19ED-D3C3-08E3-AF8F9293E0F6}"/>
              </a:ext>
            </a:extLst>
          </p:cNvPr>
          <p:cNvSpPr txBox="1"/>
          <p:nvPr/>
        </p:nvSpPr>
        <p:spPr>
          <a:xfrm>
            <a:off x="603315" y="603315"/>
            <a:ext cx="5532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Castellar" panose="020A0402060406010301" pitchFamily="18" charset="0"/>
              </a:rPr>
              <a:t>Mystery man from</a:t>
            </a:r>
            <a:r>
              <a:rPr lang="en-IN" sz="2400" b="1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en-IN" sz="2400" b="1" u="sng" dirty="0" err="1">
                <a:solidFill>
                  <a:schemeClr val="bg1"/>
                </a:solidFill>
                <a:latin typeface="Castellar" panose="020A0402060406010301" pitchFamily="18" charset="0"/>
              </a:rPr>
              <a:t>taured</a:t>
            </a:r>
            <a:r>
              <a:rPr lang="en-IN" sz="2400" b="1" dirty="0">
                <a:solidFill>
                  <a:schemeClr val="bg1"/>
                </a:solidFill>
                <a:latin typeface="Castellar" panose="020A0402060406010301" pitchFamily="18" charset="0"/>
              </a:rPr>
              <a:t> :</a:t>
            </a:r>
            <a:endParaRPr lang="en-IN" sz="24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01EC2-0C7D-1D5E-C180-CB5DD9930643}"/>
              </a:ext>
            </a:extLst>
          </p:cNvPr>
          <p:cNvSpPr txBox="1"/>
          <p:nvPr/>
        </p:nvSpPr>
        <p:spPr>
          <a:xfrm>
            <a:off x="716438" y="1376313"/>
            <a:ext cx="113027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Colonna MT" panose="04020805060202030203" pitchFamily="82" charset="0"/>
              </a:rPr>
              <a:t>July 1954,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A man arrived at Tokyo ‘s Haneda Airport on a routine flight from 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Europe . Everything seemed normal until the officers checked the passport . The passport looked authentic , but it 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Listed the man’s country as </a:t>
            </a:r>
            <a:r>
              <a:rPr lang="en-IN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TAURED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 . The immigration officers were confused . They have never heard of any country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Named TAURED. The traveller insisted that the country was a real nation located between </a:t>
            </a:r>
            <a:r>
              <a:rPr lang="en-IN" u="sng" dirty="0">
                <a:solidFill>
                  <a:schemeClr val="bg1"/>
                </a:solidFill>
                <a:latin typeface="Colonna MT" panose="04020805060202030203" pitchFamily="82" charset="0"/>
              </a:rPr>
              <a:t>SPAIN 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and </a:t>
            </a:r>
            <a:r>
              <a:rPr lang="en-IN" u="sng" dirty="0">
                <a:solidFill>
                  <a:schemeClr val="bg1"/>
                </a:solidFill>
                <a:latin typeface="Colonna MT" panose="04020805060202030203" pitchFamily="82" charset="0"/>
              </a:rPr>
              <a:t>FRANCE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 and e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Existed for more than 1000 years .When the officers showed him the map , he became angry </a:t>
            </a:r>
            <a:r>
              <a:rPr lang="en-IN" dirty="0" err="1">
                <a:solidFill>
                  <a:schemeClr val="bg1"/>
                </a:solidFill>
                <a:latin typeface="Colonna MT" panose="04020805060202030203" pitchFamily="82" charset="0"/>
              </a:rPr>
              <a:t>because,in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 his reality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The area was labelled as </a:t>
            </a:r>
            <a:r>
              <a:rPr lang="en-IN" b="1" u="sng" dirty="0">
                <a:solidFill>
                  <a:schemeClr val="bg1"/>
                </a:solidFill>
                <a:latin typeface="Colonna MT" panose="04020805060202030203" pitchFamily="82" charset="0"/>
              </a:rPr>
              <a:t>ANDORRA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 instead of </a:t>
            </a:r>
            <a:r>
              <a:rPr lang="en-IN" dirty="0" err="1">
                <a:solidFill>
                  <a:schemeClr val="bg1"/>
                </a:solidFill>
                <a:latin typeface="Colonna MT" panose="04020805060202030203" pitchFamily="82" charset="0"/>
              </a:rPr>
              <a:t>Taured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.</a:t>
            </a:r>
          </a:p>
          <a:p>
            <a:endParaRPr lang="en-IN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Suspicious ,the authorities checked his passport ,driver’s license and bank records .Everything seemed genuine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-yet no record of </a:t>
            </a:r>
            <a:r>
              <a:rPr lang="en-IN" dirty="0" err="1">
                <a:solidFill>
                  <a:schemeClr val="bg1"/>
                </a:solidFill>
                <a:latin typeface="Colonna MT" panose="04020805060202030203" pitchFamily="82" charset="0"/>
              </a:rPr>
              <a:t>Taured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 existed anywhere. They  placed him in a secured hotel for further </a:t>
            </a:r>
            <a:r>
              <a:rPr lang="en-IN" dirty="0" err="1">
                <a:solidFill>
                  <a:schemeClr val="bg1"/>
                </a:solidFill>
                <a:latin typeface="Colonna MT" panose="04020805060202030203" pitchFamily="82" charset="0"/>
              </a:rPr>
              <a:t>inverstigations</a:t>
            </a:r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.</a:t>
            </a:r>
          </a:p>
          <a:p>
            <a:endParaRPr lang="en-IN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The next morning when the police checked, he along with his belongings had vanished.</a:t>
            </a:r>
          </a:p>
          <a:p>
            <a:endParaRPr lang="en-IN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 HE WAS NEVER SEEN AGAIN.</a:t>
            </a:r>
          </a:p>
        </p:txBody>
      </p:sp>
    </p:spTree>
    <p:extLst>
      <p:ext uri="{BB962C8B-B14F-4D97-AF65-F5344CB8AC3E}">
        <p14:creationId xmlns:p14="http://schemas.microsoft.com/office/powerpoint/2010/main" val="201942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732DCB-0C90-1BED-B83C-48D766E3C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5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8D916-D8D3-3E9A-46A8-E6F9D5410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F52A6C-52C0-818B-1E83-299254D30A42}"/>
              </a:ext>
            </a:extLst>
          </p:cNvPr>
          <p:cNvSpPr txBox="1"/>
          <p:nvPr/>
        </p:nvSpPr>
        <p:spPr>
          <a:xfrm>
            <a:off x="641023" y="801278"/>
            <a:ext cx="2597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stellar" panose="020A0402060406010301" pitchFamily="18" charset="0"/>
              </a:rPr>
              <a:t>THEORIES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0CE7F-2082-1C28-0686-D0BF29A139BE}"/>
              </a:ext>
            </a:extLst>
          </p:cNvPr>
          <p:cNvSpPr txBox="1"/>
          <p:nvPr/>
        </p:nvSpPr>
        <p:spPr>
          <a:xfrm>
            <a:off x="820132" y="1875934"/>
            <a:ext cx="11428641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Colonna MT" panose="04020805060202030203" pitchFamily="82" charset="0"/>
              </a:rPr>
              <a:t>1.P</a:t>
            </a:r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arallel Universe theory- the man accidently slipped into a parallel dimension where “Andorra “ doesn’t</a:t>
            </a:r>
          </a:p>
          <a:p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Exist and “</a:t>
            </a:r>
            <a:r>
              <a:rPr lang="en-IN" sz="2000" dirty="0" err="1">
                <a:solidFill>
                  <a:schemeClr val="bg1"/>
                </a:solidFill>
                <a:latin typeface="Colonna MT" panose="04020805060202030203" pitchFamily="82" charset="0"/>
              </a:rPr>
              <a:t>Taured</a:t>
            </a:r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” does.</a:t>
            </a:r>
          </a:p>
          <a:p>
            <a:endParaRPr lang="en-IN" sz="2000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2.Time </a:t>
            </a:r>
            <a:r>
              <a:rPr lang="en-IN" sz="2000" dirty="0" err="1">
                <a:solidFill>
                  <a:schemeClr val="bg1"/>
                </a:solidFill>
                <a:latin typeface="Colonna MT" panose="04020805060202030203" pitchFamily="82" charset="0"/>
              </a:rPr>
              <a:t>travellar</a:t>
            </a:r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 theory-could  been have from different timeline</a:t>
            </a:r>
          </a:p>
          <a:p>
            <a:endParaRPr lang="en-IN" sz="2000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3.Hoax </a:t>
            </a:r>
            <a:r>
              <a:rPr lang="en-IN" sz="2000" dirty="0" err="1">
                <a:solidFill>
                  <a:schemeClr val="bg1"/>
                </a:solidFill>
                <a:latin typeface="Colonna MT" panose="04020805060202030203" pitchFamily="82" charset="0"/>
              </a:rPr>
              <a:t>theury</a:t>
            </a:r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- the story was invented or distorted over time –possibly mistaken for real event</a:t>
            </a:r>
          </a:p>
          <a:p>
            <a:endParaRPr lang="en-IN" sz="2000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4.Mistaken identity theory-may be exaggerated from a passport forgery</a:t>
            </a:r>
          </a:p>
          <a:p>
            <a:endParaRPr lang="en-IN" sz="2000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It was appeared in various mystery novels and magazines in 1960s and 1970s but no official records </a:t>
            </a:r>
          </a:p>
          <a:p>
            <a:r>
              <a:rPr lang="en-IN" sz="2000" dirty="0">
                <a:solidFill>
                  <a:schemeClr val="bg1"/>
                </a:solidFill>
                <a:latin typeface="Colonna MT" panose="04020805060202030203" pitchFamily="82" charset="0"/>
              </a:rPr>
              <a:t>Confirmed it.</a:t>
            </a:r>
            <a:endParaRPr lang="en-IN" sz="2800" dirty="0">
              <a:solidFill>
                <a:schemeClr val="bg1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26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52BC67-CF42-9A4B-8620-06B7555D0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926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4D2223-601E-B9A4-CEE4-A123B7654234}"/>
              </a:ext>
            </a:extLst>
          </p:cNvPr>
          <p:cNvSpPr txBox="1"/>
          <p:nvPr/>
        </p:nvSpPr>
        <p:spPr>
          <a:xfrm>
            <a:off x="1074656" y="801278"/>
            <a:ext cx="11160428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empus Sans ITC" panose="04020404030D07020202" pitchFamily="82" charset="0"/>
              </a:rPr>
              <a:t>MANDELA EFFECT :</a:t>
            </a:r>
          </a:p>
          <a:p>
            <a:endParaRPr lang="en-IN" dirty="0">
              <a:solidFill>
                <a:schemeClr val="bg1"/>
              </a:solidFill>
              <a:latin typeface="Tempus Sans ITC" panose="04020404030D07020202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The </a:t>
            </a:r>
            <a:r>
              <a:rPr lang="en-IN" b="1" u="sng" dirty="0">
                <a:solidFill>
                  <a:schemeClr val="bg1"/>
                </a:solidFill>
                <a:latin typeface="Tempus Sans ITC" panose="04020404030D07020202" pitchFamily="82" charset="0"/>
              </a:rPr>
              <a:t>MANDELA EFFECT</a:t>
            </a:r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  happens when a large group of people share same false memory about an event , name , </a:t>
            </a:r>
          </a:p>
          <a:p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Or a detail from the past.</a:t>
            </a:r>
          </a:p>
          <a:p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The term was coined by FIONA BROOME in 2009. She and many others </a:t>
            </a:r>
            <a:r>
              <a:rPr lang="en-IN" dirty="0" err="1">
                <a:solidFill>
                  <a:schemeClr val="bg1"/>
                </a:solidFill>
                <a:latin typeface="Tempus Sans ITC" panose="04020404030D07020202" pitchFamily="82" charset="0"/>
              </a:rPr>
              <a:t>rememberd</a:t>
            </a:r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 NELSON MANDELA</a:t>
            </a:r>
          </a:p>
          <a:p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Dying in prison in 1980s and recalled seeing news coverage and mourning events.</a:t>
            </a:r>
          </a:p>
          <a:p>
            <a:endParaRPr lang="en-IN" dirty="0">
              <a:solidFill>
                <a:schemeClr val="bg1"/>
              </a:solidFill>
              <a:latin typeface="Tempus Sans ITC" panose="04020404030D07020202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But in reality ,Nelson Mandela was </a:t>
            </a:r>
            <a:r>
              <a:rPr lang="en-IN" dirty="0" err="1">
                <a:solidFill>
                  <a:schemeClr val="bg1"/>
                </a:solidFill>
                <a:latin typeface="Tempus Sans ITC" panose="04020404030D07020202" pitchFamily="82" charset="0"/>
              </a:rPr>
              <a:t>realeased</a:t>
            </a:r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 from prison in 1990s and became South Africa’s president in 1994</a:t>
            </a:r>
          </a:p>
          <a:p>
            <a:endParaRPr lang="en-IN" dirty="0">
              <a:solidFill>
                <a:schemeClr val="bg1"/>
              </a:solidFill>
              <a:latin typeface="Tempus Sans ITC" panose="04020404030D07020202" pitchFamily="82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empus Sans ITC" panose="04020404030D07020202" pitchFamily="82" charset="0"/>
              </a:rPr>
              <a:t>He passed away in 2013 , decades later.</a:t>
            </a:r>
          </a:p>
          <a:p>
            <a:endParaRPr lang="en-IN" dirty="0">
              <a:solidFill>
                <a:schemeClr val="bg1"/>
              </a:solidFill>
              <a:latin typeface="Tempus Sans ITC" panose="04020404030D07020202" pitchFamily="82" charset="0"/>
            </a:endParaRPr>
          </a:p>
          <a:p>
            <a:endParaRPr lang="en-IN" dirty="0">
              <a:solidFill>
                <a:schemeClr val="bg1"/>
              </a:solidFill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F87BF2-20E4-2EEE-0F8E-66B94752C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00" y="1015450"/>
            <a:ext cx="9654199" cy="48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1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45BCF-650A-61E3-ED8D-31A97F23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3" y="424206"/>
            <a:ext cx="10529740" cy="60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14178-9A92-2FE2-58EC-8637D64D1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819B6-1FC2-8664-DE82-A5F0019BBF54}"/>
              </a:ext>
            </a:extLst>
          </p:cNvPr>
          <p:cNvSpPr txBox="1"/>
          <p:nvPr/>
        </p:nvSpPr>
        <p:spPr>
          <a:xfrm>
            <a:off x="603315" y="678730"/>
            <a:ext cx="1147301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Lucida Fax" panose="02060602050505020204" pitchFamily="18" charset="0"/>
              </a:rPr>
              <a:t>THEORIES:</a:t>
            </a:r>
          </a:p>
          <a:p>
            <a:endParaRPr lang="en-IN" sz="2400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1.Pschological explanation- Our </a:t>
            </a:r>
            <a:r>
              <a:rPr lang="en-IN" dirty="0" err="1">
                <a:solidFill>
                  <a:schemeClr val="bg1"/>
                </a:solidFill>
                <a:latin typeface="Lucida Fax" panose="02060602050505020204" pitchFamily="18" charset="0"/>
              </a:rPr>
              <a:t>memoru</a:t>
            </a:r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 fills gaps and social sharing strengthens false versions</a:t>
            </a:r>
          </a:p>
          <a:p>
            <a:endParaRPr lang="en-IN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2.Parallel universe theory- like TAURED case</a:t>
            </a:r>
          </a:p>
          <a:p>
            <a:endParaRPr lang="en-IN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3.Time travel or Simulation theory- others suggests </a:t>
            </a:r>
            <a:r>
              <a:rPr lang="en-IN" dirty="0" err="1">
                <a:solidFill>
                  <a:schemeClr val="bg1"/>
                </a:solidFill>
                <a:latin typeface="Lucida Fax" panose="02060602050505020204" pitchFamily="18" charset="0"/>
              </a:rPr>
              <a:t>thst</a:t>
            </a:r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 someone may altered the timeline</a:t>
            </a:r>
          </a:p>
          <a:p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,creating small </a:t>
            </a:r>
            <a:r>
              <a:rPr lang="en-IN" b="1" dirty="0">
                <a:solidFill>
                  <a:schemeClr val="bg1"/>
                </a:solidFill>
                <a:latin typeface="Lucida Fax" panose="02060602050505020204" pitchFamily="18" charset="0"/>
              </a:rPr>
              <a:t>“glitches”</a:t>
            </a:r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 in history</a:t>
            </a:r>
          </a:p>
          <a:p>
            <a:endParaRPr lang="en-IN" dirty="0">
              <a:solidFill>
                <a:schemeClr val="bg1"/>
              </a:solidFill>
              <a:latin typeface="Lucida Fax" panose="02060602050505020204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4.Social influence and Internet spread-sharing of false </a:t>
            </a:r>
            <a:r>
              <a:rPr lang="en-IN" dirty="0" err="1">
                <a:solidFill>
                  <a:schemeClr val="bg1"/>
                </a:solidFill>
                <a:latin typeface="Lucida Fax" panose="02060602050505020204" pitchFamily="18" charset="0"/>
              </a:rPr>
              <a:t>memory,many</a:t>
            </a:r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 others adopting leads to </a:t>
            </a:r>
          </a:p>
          <a:p>
            <a:r>
              <a:rPr lang="en-IN" dirty="0">
                <a:solidFill>
                  <a:schemeClr val="bg1"/>
                </a:solidFill>
                <a:latin typeface="Lucida Fax" panose="02060602050505020204" pitchFamily="18" charset="0"/>
              </a:rPr>
              <a:t>Reinforcing of illusion</a:t>
            </a:r>
          </a:p>
        </p:txBody>
      </p:sp>
    </p:spTree>
    <p:extLst>
      <p:ext uri="{BB962C8B-B14F-4D97-AF65-F5344CB8AC3E}">
        <p14:creationId xmlns:p14="http://schemas.microsoft.com/office/powerpoint/2010/main" val="194243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7069A-46CC-F5FC-D466-943F1EA98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V="1">
            <a:off x="-448352" y="-700550"/>
            <a:ext cx="53521815" cy="214764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A21A02-4A64-A468-17DB-CE119B1E1234}"/>
              </a:ext>
            </a:extLst>
          </p:cNvPr>
          <p:cNvSpPr txBox="1"/>
          <p:nvPr/>
        </p:nvSpPr>
        <p:spPr>
          <a:xfrm>
            <a:off x="3169920" y="5257800"/>
            <a:ext cx="9022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wisc-online.com/assetrepository/viewasset?id=1510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390D2-BF82-F846-2C05-626FC9976B32}"/>
              </a:ext>
            </a:extLst>
          </p:cNvPr>
          <p:cNvSpPr txBox="1"/>
          <p:nvPr/>
        </p:nvSpPr>
        <p:spPr>
          <a:xfrm>
            <a:off x="285135" y="717755"/>
            <a:ext cx="13385396" cy="587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DEJAVU :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French term –”already seen”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The strange feeling when you experience something and suddenly feel like you’ve lived that moment before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THEORIES: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1.Memory mix-up theory-brain creates a new memory before you consciously register it making it feel</a:t>
            </a: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Familiar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2.Dual process theory-info through 2 paths and if 1 lags ,the delayed signal feels repeated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3.Dream –may have dreamed before and when it happens ,it feels familiar</a:t>
            </a:r>
          </a:p>
          <a:p>
            <a:endParaRPr lang="en-IN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4.Parallel universe theory-could be a glimpse into a parallel universe –where another version of you has already</a:t>
            </a:r>
          </a:p>
          <a:p>
            <a:r>
              <a:rPr lang="en-I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</a:rPr>
              <a:t>Lived that moment</a:t>
            </a:r>
            <a:endParaRPr lang="en-IN" sz="16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  <a:p>
            <a:endParaRPr lang="en-IN" sz="16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07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106007-40CE-E445-1ACE-4AEC55AA1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-263950"/>
            <a:ext cx="12330260" cy="7369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0A6C77-9E0A-7AD3-F383-2AF45A429163}"/>
              </a:ext>
            </a:extLst>
          </p:cNvPr>
          <p:cNvSpPr txBox="1"/>
          <p:nvPr/>
        </p:nvSpPr>
        <p:spPr>
          <a:xfrm>
            <a:off x="967740" y="7105503"/>
            <a:ext cx="10256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culturacientifica.com/2017/07/16/una-buena-muerte/muert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EE04A-1A57-FF0F-74E9-4EB28B799426}"/>
              </a:ext>
            </a:extLst>
          </p:cNvPr>
          <p:cNvSpPr txBox="1"/>
          <p:nvPr/>
        </p:nvSpPr>
        <p:spPr>
          <a:xfrm>
            <a:off x="7993930" y="6089715"/>
            <a:ext cx="2657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3509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Arial Rounded MT Bold</vt:lpstr>
      <vt:lpstr>Bahnschrift SemiBold SemiConden</vt:lpstr>
      <vt:lpstr>Calibri</vt:lpstr>
      <vt:lpstr>Calibri Light</vt:lpstr>
      <vt:lpstr>Castellar</vt:lpstr>
      <vt:lpstr>Colonna MT</vt:lpstr>
      <vt:lpstr>Comic Sans MS</vt:lpstr>
      <vt:lpstr>Lucida Fax</vt:lpstr>
      <vt:lpstr>Tempus Sans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srimathi deva</dc:creator>
  <cp:lastModifiedBy>srimathi deva</cp:lastModifiedBy>
  <cp:revision>1</cp:revision>
  <dcterms:created xsi:type="dcterms:W3CDTF">2025-10-27T10:36:10Z</dcterms:created>
  <dcterms:modified xsi:type="dcterms:W3CDTF">2025-10-27T10:36:11Z</dcterms:modified>
</cp:coreProperties>
</file>